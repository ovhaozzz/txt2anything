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项目计划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阶段 1：规划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定义需求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创建时间表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阶段 2：开发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后端开发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前端开发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阶段 3：测试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212121"/>
                </a:solidFill>
              </a:defRPr>
            </a:pPr>
            <a:r>
              <a:t>单元测试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集成测试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